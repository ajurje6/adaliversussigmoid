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Adaptivne vs fiksne surrogate gradient metode u SNNovima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Usporedba AdaLi i Sigmoid u spiking neuronskim mrežama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Što je napravljeno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2000" dirty="0" err="1"/>
              <a:t>Implementirana</a:t>
            </a:r>
            <a:r>
              <a:rPr sz="2000" dirty="0"/>
              <a:t> je </a:t>
            </a:r>
            <a:r>
              <a:rPr sz="2000" dirty="0" err="1"/>
              <a:t>usporedba</a:t>
            </a:r>
            <a:r>
              <a:rPr sz="2000" dirty="0"/>
              <a:t> surrogate </a:t>
            </a:r>
            <a:r>
              <a:rPr sz="2000" dirty="0" err="1"/>
              <a:t>aktivacija</a:t>
            </a:r>
            <a:r>
              <a:rPr sz="2000" dirty="0"/>
              <a:t>: </a:t>
            </a:r>
            <a:r>
              <a:rPr sz="2000" dirty="0" err="1"/>
              <a:t>AdaLi</a:t>
            </a:r>
            <a:r>
              <a:rPr sz="2000" dirty="0"/>
              <a:t> (</a:t>
            </a:r>
            <a:r>
              <a:rPr sz="2000" dirty="0" err="1"/>
              <a:t>adaptivna</a:t>
            </a:r>
            <a:r>
              <a:rPr sz="2000" dirty="0"/>
              <a:t>) </a:t>
            </a:r>
            <a:r>
              <a:rPr sz="2000" dirty="0" err="1"/>
              <a:t>i</a:t>
            </a:r>
            <a:r>
              <a:rPr sz="2000" dirty="0"/>
              <a:t> Sigmoid (</a:t>
            </a:r>
            <a:r>
              <a:rPr sz="2000" dirty="0" err="1"/>
              <a:t>fiksna</a:t>
            </a:r>
            <a:r>
              <a:rPr sz="2000" dirty="0"/>
              <a:t>)</a:t>
            </a:r>
            <a:endParaRPr lang="hr-HR" sz="2000" dirty="0"/>
          </a:p>
          <a:p>
            <a:r>
              <a:rPr sz="2000" dirty="0" err="1"/>
              <a:t>Definirani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SNN </a:t>
            </a:r>
            <a:r>
              <a:rPr sz="2000" dirty="0" err="1"/>
              <a:t>modeli</a:t>
            </a:r>
            <a:r>
              <a:rPr sz="2000" dirty="0"/>
              <a:t>:</a:t>
            </a:r>
          </a:p>
          <a:p>
            <a:pPr marL="914400" lvl="2" indent="0">
              <a:buNone/>
            </a:pPr>
            <a:r>
              <a:rPr lang="hr-HR" sz="2000" dirty="0"/>
              <a:t>1. </a:t>
            </a:r>
            <a:r>
              <a:rPr sz="2000" dirty="0"/>
              <a:t>Simple CNN: </a:t>
            </a:r>
            <a:r>
              <a:rPr sz="2000" dirty="0" err="1"/>
              <a:t>jednostavna</a:t>
            </a:r>
            <a:r>
              <a:rPr sz="2000" dirty="0"/>
              <a:t> </a:t>
            </a:r>
            <a:r>
              <a:rPr sz="2000" dirty="0" err="1"/>
              <a:t>konvolucijska</a:t>
            </a:r>
            <a:r>
              <a:rPr sz="2000" dirty="0"/>
              <a:t> </a:t>
            </a:r>
            <a:r>
              <a:rPr sz="2000" dirty="0" err="1"/>
              <a:t>mreža</a:t>
            </a:r>
            <a:r>
              <a:rPr sz="2000" dirty="0"/>
              <a:t> s 3 </a:t>
            </a:r>
            <a:r>
              <a:rPr sz="2000" dirty="0" err="1"/>
              <a:t>konvolucijska</a:t>
            </a:r>
            <a:r>
              <a:rPr sz="2000" dirty="0"/>
              <a:t> </a:t>
            </a:r>
            <a:r>
              <a:rPr sz="2000" dirty="0" err="1"/>
              <a:t>sloja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LIF </a:t>
            </a:r>
            <a:r>
              <a:rPr sz="2000" dirty="0" err="1"/>
              <a:t>neuronima</a:t>
            </a:r>
            <a:endParaRPr sz="2000" dirty="0"/>
          </a:p>
          <a:p>
            <a:pPr marL="914400" lvl="2" indent="0">
              <a:buNone/>
            </a:pPr>
            <a:r>
              <a:rPr lang="hr-HR" sz="2000" dirty="0"/>
              <a:t>2. </a:t>
            </a:r>
            <a:r>
              <a:rPr sz="2000" dirty="0"/>
              <a:t>Simple </a:t>
            </a:r>
            <a:r>
              <a:rPr sz="2000" dirty="0" err="1"/>
              <a:t>ResNet</a:t>
            </a:r>
            <a:r>
              <a:rPr sz="2000" dirty="0"/>
              <a:t>: mala </a:t>
            </a:r>
            <a:r>
              <a:rPr sz="2000" dirty="0" err="1"/>
              <a:t>residualna</a:t>
            </a:r>
            <a:r>
              <a:rPr sz="2000" dirty="0"/>
              <a:t> </a:t>
            </a:r>
            <a:r>
              <a:rPr sz="2000" dirty="0" err="1"/>
              <a:t>mreža</a:t>
            </a:r>
            <a:r>
              <a:rPr sz="2000" dirty="0"/>
              <a:t> s </a:t>
            </a:r>
            <a:r>
              <a:rPr sz="2000" dirty="0" err="1"/>
              <a:t>residualnim</a:t>
            </a:r>
            <a:r>
              <a:rPr sz="2000" dirty="0"/>
              <a:t> </a:t>
            </a:r>
            <a:r>
              <a:rPr sz="2000" dirty="0" err="1"/>
              <a:t>blokovima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</a:t>
            </a:r>
            <a:r>
              <a:rPr lang="hr-HR" sz="2000" dirty="0"/>
              <a:t>LIF </a:t>
            </a:r>
            <a:r>
              <a:rPr sz="2000" dirty="0" err="1"/>
              <a:t>neuronima</a:t>
            </a:r>
            <a:endParaRPr lang="hr-HR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l-PL" sz="2000" dirty="0"/>
              <a:t>Pripremljeni su podaci za MNIST, CIFAR-10 i CIFAR-100</a:t>
            </a:r>
            <a:endParaRPr lang="hr-HR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Postavljen</a:t>
            </a:r>
            <a:r>
              <a:rPr sz="2000" dirty="0"/>
              <a:t> je </a:t>
            </a:r>
            <a:r>
              <a:rPr sz="2000" dirty="0" err="1"/>
              <a:t>eksperimentalni</a:t>
            </a:r>
            <a:r>
              <a:rPr sz="2000" dirty="0"/>
              <a:t> </a:t>
            </a:r>
            <a:r>
              <a:rPr sz="2000" dirty="0" err="1"/>
              <a:t>okvir</a:t>
            </a:r>
            <a:r>
              <a:rPr sz="2000" dirty="0"/>
              <a:t> s </a:t>
            </a:r>
            <a:r>
              <a:rPr sz="2000" dirty="0" err="1"/>
              <a:t>reprodukcijom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</a:t>
            </a:r>
            <a:r>
              <a:rPr sz="2000" dirty="0" err="1"/>
              <a:t>checkpointiranjem</a:t>
            </a:r>
            <a:endParaRPr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Prosječni</a:t>
            </a:r>
            <a:r>
              <a:rPr sz="2000" dirty="0"/>
              <a:t> </a:t>
            </a:r>
            <a:r>
              <a:rPr sz="2000" dirty="0" err="1"/>
              <a:t>rezultati</a:t>
            </a:r>
            <a:r>
              <a:rPr sz="2000" dirty="0"/>
              <a:t>:</a:t>
            </a:r>
          </a:p>
          <a:p>
            <a:pPr lvl="2"/>
            <a:r>
              <a:rPr sz="2000" dirty="0"/>
              <a:t>MNIST (Simple CNN): </a:t>
            </a:r>
            <a:r>
              <a:rPr sz="2000" dirty="0" err="1"/>
              <a:t>AdaLi</a:t>
            </a:r>
            <a:r>
              <a:rPr sz="2000" dirty="0"/>
              <a:t> ~95.2% </a:t>
            </a:r>
            <a:r>
              <a:rPr sz="2000" dirty="0" err="1"/>
              <a:t>točnosti</a:t>
            </a:r>
            <a:r>
              <a:rPr sz="2000" dirty="0"/>
              <a:t>, Sigmoid ~94.8%</a:t>
            </a:r>
          </a:p>
          <a:p>
            <a:pPr lvl="2"/>
            <a:r>
              <a:rPr sz="2000" dirty="0"/>
              <a:t>CIFAR-10 (Simple CNN): </a:t>
            </a:r>
            <a:r>
              <a:rPr sz="2000" dirty="0" err="1"/>
              <a:t>AdaLi</a:t>
            </a:r>
            <a:r>
              <a:rPr sz="2000" dirty="0"/>
              <a:t> ~78.5% </a:t>
            </a:r>
            <a:r>
              <a:rPr sz="2000" dirty="0" err="1"/>
              <a:t>točnosti</a:t>
            </a:r>
            <a:r>
              <a:rPr sz="2000" dirty="0"/>
              <a:t>, Sigmoid ~77.2%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Što će biti napravljeno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err="1"/>
              <a:t>Usporediti</a:t>
            </a:r>
            <a:r>
              <a:rPr sz="2000" dirty="0"/>
              <a:t> </a:t>
            </a:r>
            <a:r>
              <a:rPr sz="2000" dirty="0" err="1"/>
              <a:t>rezultate</a:t>
            </a:r>
            <a:r>
              <a:rPr sz="2000" dirty="0"/>
              <a:t> </a:t>
            </a:r>
            <a:r>
              <a:rPr sz="2000" dirty="0" err="1"/>
              <a:t>AdaLi</a:t>
            </a:r>
            <a:r>
              <a:rPr sz="2000" dirty="0"/>
              <a:t> vs Sigmoid po </a:t>
            </a:r>
            <a:r>
              <a:rPr sz="2000" dirty="0" err="1"/>
              <a:t>točnosti</a:t>
            </a:r>
            <a:r>
              <a:rPr sz="2000" dirty="0"/>
              <a:t>, </a:t>
            </a:r>
            <a:r>
              <a:rPr sz="2000" dirty="0" err="1"/>
              <a:t>vremenu</a:t>
            </a:r>
            <a:r>
              <a:rPr sz="2000" dirty="0"/>
              <a:t> </a:t>
            </a:r>
            <a:r>
              <a:rPr sz="2000" dirty="0" err="1"/>
              <a:t>treniranja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spike </a:t>
            </a:r>
            <a:r>
              <a:rPr sz="2000" dirty="0" err="1"/>
              <a:t>aktivnosti</a:t>
            </a:r>
            <a:endParaRPr lang="hr-HR" sz="2000" dirty="0"/>
          </a:p>
          <a:p>
            <a:r>
              <a:rPr sz="2000" dirty="0" err="1"/>
              <a:t>Analizirati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</a:t>
            </a:r>
            <a:r>
              <a:rPr sz="2000" dirty="0" err="1"/>
              <a:t>vizualizirati</a:t>
            </a:r>
            <a:r>
              <a:rPr sz="2000" dirty="0"/>
              <a:t> </a:t>
            </a:r>
            <a:r>
              <a:rPr sz="2000" dirty="0" err="1"/>
              <a:t>razlike</a:t>
            </a:r>
            <a:r>
              <a:rPr sz="2000" dirty="0"/>
              <a:t> u </a:t>
            </a:r>
            <a:r>
              <a:rPr sz="2000" dirty="0" err="1"/>
              <a:t>rezultatima</a:t>
            </a:r>
            <a:r>
              <a:rPr sz="2000" dirty="0"/>
              <a:t> (</a:t>
            </a:r>
            <a:r>
              <a:rPr sz="2000" dirty="0" err="1"/>
              <a:t>grafikoni</a:t>
            </a:r>
            <a:r>
              <a:rPr sz="2000" dirty="0"/>
              <a:t>, </a:t>
            </a:r>
            <a:r>
              <a:rPr sz="2000" dirty="0" err="1"/>
              <a:t>tablice</a:t>
            </a:r>
            <a:r>
              <a:rPr sz="2000" dirty="0"/>
              <a:t>)</a:t>
            </a:r>
            <a:endParaRPr lang="hr-HR" sz="2000" dirty="0"/>
          </a:p>
          <a:p>
            <a:r>
              <a:rPr lang="hr-HR" sz="2000" dirty="0"/>
              <a:t>Testiranje na </a:t>
            </a:r>
            <a:r>
              <a:rPr lang="hr-HR" sz="2000" dirty="0" err="1"/>
              <a:t>neuromorphic</a:t>
            </a:r>
            <a:r>
              <a:rPr lang="hr-HR" sz="2000" dirty="0"/>
              <a:t> </a:t>
            </a:r>
            <a:r>
              <a:rPr lang="hr-HR" sz="2000" dirty="0" err="1"/>
              <a:t>datasetovima</a:t>
            </a:r>
            <a:r>
              <a:rPr lang="hr-HR" sz="2000" dirty="0"/>
              <a:t>?</a:t>
            </a:r>
          </a:p>
          <a:p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151</Words>
  <Application>Microsoft Office PowerPoint</Application>
  <PresentationFormat>Prikaz na zaslonu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Adaptivne vs fiksne surrogate gradient metode u SNNovima</vt:lpstr>
      <vt:lpstr>Što je napravljeno</vt:lpstr>
      <vt:lpstr>Što će biti napravljeno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Adaptivne vs fiksne surrogate gradient metode u SNNovima</dc:title>
  <dc:subject/>
  <dc:creator/>
  <cp:keywords/>
  <dc:description>generated using python-pptx</dc:description>
  <cp:lastModifiedBy>Antonio HP</cp:lastModifiedBy>
  <cp:revision>5</cp:revision>
  <dcterms:created xsi:type="dcterms:W3CDTF">2013-01-27T09:14:16Z</dcterms:created>
  <dcterms:modified xsi:type="dcterms:W3CDTF">2026-05-13T17:27:01Z</dcterms:modified>
  <cp:category/>
</cp:coreProperties>
</file>